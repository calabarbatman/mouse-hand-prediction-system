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differences include: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trajectory curvature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movement efficiency 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direction behavior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d6cdf04d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6d6cdf04d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6d6cdf04d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6d6cdf04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6d6cdf04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6d6cdf04d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6d6cdf04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6d6cdf04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6d6cdf04d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207765"/>
            <a:ext cx="9144000" cy="407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en-US" sz="3200"/>
              <a:t>Mouse Dynamics for Hand Prediction</a:t>
            </a:r>
            <a:br>
              <a:rPr b="1" lang="en-US" sz="3200"/>
            </a:br>
            <a:br>
              <a:rPr b="1" lang="en-US" sz="3200"/>
            </a:br>
            <a:r>
              <a:rPr b="1" lang="en-US" sz="3200"/>
              <a:t>by</a:t>
            </a:r>
            <a:br>
              <a:rPr b="1" lang="en-US" sz="3200"/>
            </a:br>
            <a:br>
              <a:rPr b="1" lang="en-US" sz="3200"/>
            </a:br>
            <a:r>
              <a:rPr b="1" lang="en-US" sz="3200"/>
              <a:t> Daniel Anyogo</a:t>
            </a:r>
            <a:br>
              <a:rPr b="1" lang="en-US" sz="3200"/>
            </a:br>
            <a:r>
              <a:rPr b="1" lang="en-US" sz="3200"/>
              <a:t>and</a:t>
            </a:r>
            <a:br>
              <a:rPr b="1" lang="en-US" sz="3200"/>
            </a:br>
            <a:r>
              <a:rPr b="1" lang="en-US" sz="3200"/>
              <a:t>Suleiman Jibril-Ahmed</a:t>
            </a:r>
            <a:br>
              <a:rPr b="1" lang="en-US" sz="3200"/>
            </a:br>
            <a:endParaRPr b="1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Research Question(s)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mouse movement patterns be used to predict which hand a user is using?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 left and right hands produce different mouse behaviors?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these differences be detected using machine learning?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Behavioral Biometrics</a:t>
            </a:r>
            <a:endParaRPr b="1"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838200" y="1825625"/>
            <a:ext cx="5440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used </a:t>
            </a:r>
            <a:r>
              <a:rPr lang="en-US"/>
              <a:t>mouse dynamics in this project: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speed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movement path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curvature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1900" y="1690696"/>
            <a:ext cx="5151550" cy="4514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Hypothesis</a:t>
            </a:r>
            <a:br>
              <a:rPr lang="en-US"/>
            </a:b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“Left and right hands produce </a:t>
            </a:r>
            <a:r>
              <a:rPr b="1" lang="en-US"/>
              <a:t>different movement patterns</a:t>
            </a:r>
            <a:r>
              <a:rPr lang="en-US"/>
              <a:t> and a machine learning model can classify hand usage based on these patterns”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How we collected our data</a:t>
            </a:r>
            <a:endParaRPr b="1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413" y="1505038"/>
            <a:ext cx="7159183" cy="486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Dataset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838200" y="1825625"/>
            <a:ext cx="10515600" cy="4479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Users dragged balls into a basket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 would get </a:t>
            </a:r>
            <a:r>
              <a:rPr b="1" lang="en-US"/>
              <a:t>2</a:t>
            </a:r>
            <a:r>
              <a:rPr b="1" lang="en-US"/>
              <a:t> datasets:</a:t>
            </a: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Attempt-level (1 row per session) </a:t>
            </a:r>
            <a:endParaRPr/>
          </a:p>
          <a:p>
            <a:pPr indent="-2552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Drag-level (1 row per drag) (Dropped)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838200" y="365126"/>
            <a:ext cx="10515600" cy="923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Features collected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38200" y="2619255"/>
            <a:ext cx="7368396" cy="3442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Task Performance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Distance &amp; Efficiency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Speed &amp; Acceleration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Smoothness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Movement Shape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Control &amp; Corrections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AutoNum type="arabicPeriod"/>
            </a:pPr>
            <a:r>
              <a:rPr lang="en-US"/>
              <a:t>Drag Behavior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838200" y="1381989"/>
            <a:ext cx="966733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collected 26 features and grouped them into these categories: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Bias in the Data </a:t>
            </a:r>
            <a:endParaRPr b="1"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users were </a:t>
            </a:r>
            <a:r>
              <a:rPr b="1" lang="en-US"/>
              <a:t>right-handed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 when they would use their left hand: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slower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less accurate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 our Model learned that slow = left hand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We fixed this by: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Removing most time-based features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focusing on movement shape instead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Data Collection Error</a:t>
            </a:r>
            <a:endParaRPr b="1"/>
          </a:p>
        </p:txBody>
      </p:sp>
      <p:pic>
        <p:nvPicPr>
          <p:cNvPr id="139" name="Google Shape;139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300" y="3022649"/>
            <a:ext cx="11089500" cy="8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838200" y="1851350"/>
            <a:ext cx="975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We collected data but forgot to turn off </a:t>
            </a:r>
            <a:r>
              <a:rPr lang="en-US" sz="2800">
                <a:solidFill>
                  <a:schemeClr val="dk1"/>
                </a:solidFill>
              </a:rPr>
              <a:t>this windows setting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Key Insights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838200" y="1825625"/>
            <a:ext cx="46836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Mouse behavior can indicate hand usage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Speed is not reliable (biased)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Shape-based features are more reliable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8325" y="1454975"/>
            <a:ext cx="5883675" cy="37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838200" y="365125"/>
            <a:ext cx="10515600" cy="1148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Selected Features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838200" y="1825625"/>
            <a:ext cx="3943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0861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AvgDragCurvature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MovementCount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TrajectoryCurvature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TotalDistance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AvgAngleChange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MovementEfficiency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ClickCount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TotalDrags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DragSuccessRate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●"/>
            </a:pPr>
            <a:r>
              <a:rPr lang="en-US"/>
              <a:t>SuccessfulDrops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Machine Learning Model 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838200" y="1825625"/>
            <a:ext cx="4554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Models we used: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Random Forest </a:t>
            </a:r>
            <a:endParaRPr b="1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SVM</a:t>
            </a:r>
            <a:endParaRPr b="1"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XGBoost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Key steps:</a:t>
            </a:r>
            <a:endParaRPr/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cleaning </a:t>
            </a:r>
            <a:endParaRPr/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feature selection </a:t>
            </a:r>
            <a:endParaRPr/>
          </a:p>
          <a:p>
            <a:pPr indent="-2419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Train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500" y="1085725"/>
            <a:ext cx="6609000" cy="5652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/>
        </p:nvSpPr>
        <p:spPr>
          <a:xfrm>
            <a:off x="949825" y="160975"/>
            <a:ext cx="45075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</a:rPr>
              <a:t>Predictions</a:t>
            </a:r>
            <a:endParaRPr b="1" sz="3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11" y="1143475"/>
            <a:ext cx="5961324" cy="503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2260" y="1152763"/>
            <a:ext cx="5405129" cy="4616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838200" y="1825625"/>
            <a:ext cx="105156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Models achieved </a:t>
            </a:r>
            <a:r>
              <a:rPr b="1" lang="en-US"/>
              <a:t>moderate accuracy (~70%)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Performance improved after removing biased features </a:t>
            </a:r>
            <a:endParaRPr/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103" y="3113153"/>
            <a:ext cx="4687700" cy="27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Conclusion &amp; Future Work</a:t>
            </a:r>
            <a:endParaRPr b="1"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Mouse dynamics </a:t>
            </a:r>
            <a:r>
              <a:rPr b="1" lang="en-US"/>
              <a:t>can </a:t>
            </a:r>
            <a:r>
              <a:rPr lang="en-US"/>
              <a:t>predict hand usage, our results are promising but not perfect.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Future Work: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collect data from more users in more controlled settings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Include more left-handed participants to fix our bias issue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751923" y="1521075"/>
            <a:ext cx="3642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